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sz="4600" b="1">
                <a:solidFill>
                  <a:srgbClr val="FFD23F"/>
                </a:solidFill>
                <a:latin typeface="Helvetica Neue"/>
              </a:rPr>
              <a:t>sans blabla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Ton nom — Date de la conférence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81D2B"/>
                </a:solidFill>
                <a:latin typeface="Helvetica Neue"/>
              </a:rPr>
              <a:t>Suffisamment d'années pour avoir déjà tout cassé au moins une fois. Deux, si on compte la prod.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 dirty="0" err="1">
                <a:solidFill>
                  <a:srgbClr val="181D2B"/>
                </a:solidFill>
                <a:latin typeface="Helvetica Neue"/>
              </a:rPr>
              <a:t>Écrit</a:t>
            </a:r>
            <a:r>
              <a:rPr sz="1700" b="1" i="0" dirty="0">
                <a:solidFill>
                  <a:srgbClr val="181D2B"/>
                </a:solidFill>
                <a:latin typeface="Helvetica Neue"/>
              </a:rPr>
              <a:t> des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81D2B"/>
                </a:solidFill>
                <a:latin typeface="Helvetica Neue"/>
              </a:rPr>
              <a:t>Un ratio tests / code que je ne montrerai à personne — j'ai aussi un Utils.java de 2000 lignes qui préfère qu'on ne l'interroge pas.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81D2B"/>
                </a:solidFill>
                <a:latin typeface="Helvetica Neue"/>
              </a:rPr>
              <a:t>Vous convaincre de regarder VOTRE rapport de couverture. Le vrai. Pas celui que vous imaginez.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 dirty="0" err="1">
                <a:solidFill>
                  <a:srgbClr val="FFD23F"/>
                </a:solidFill>
                <a:latin typeface="Helvetica Neue"/>
              </a:rPr>
              <a:t>confidentiel</a:t>
            </a:r>
            <a:endParaRPr sz="1250" b="1" i="0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(personnalisez cette slide avec votre vraie bio avant le jour J)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2258568"/>
            <a:ext cx="940689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5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880360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10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3502152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123944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Le même rapport, dans un vrai dashboard (spoiler : pas SOAR)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0" y="4745736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10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5367528"/>
            <a:ext cx="940689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5 min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10896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Scénario: Refus d'un événement qui chevauche un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        événement existant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4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Étant donné que j'ai déjà l'événement "Comité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pilotage"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Quand je crée l'événement "Revue de code"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Alors la création est refusée pour cause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conflit d'horaire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9875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81D2B"/>
                </a:solidFill>
                <a:latin typeface="Helvetica Neue"/>
              </a:rPr>
              <a:t>Vous remarquerez que même le scénario de test sait qu'un comité de pilotage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81D2B"/>
                </a:solidFill>
                <a:latin typeface="Helvetica Neue"/>
              </a:rPr>
              <a:t>prend toute la place dans l'agenda. Ça, c'est du réalisme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310400" y="1767732"/>
            <a:ext cx="976626" cy="8686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on arrête PowerPoint. direction le terminal, pour de vrai — fermez Slack pendant qu'on y est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13/28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14/28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Pas une maquette Figma. Le vrai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18/28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19/28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(PROMIS, PAS SOAR)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20/28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21/28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 dirty="0">
                <a:solidFill>
                  <a:srgbClr val="181D2B"/>
                </a:solidFill>
                <a:latin typeface="Helvetica Neue"/>
              </a:rPr>
              <a:t>« </a:t>
            </a:r>
            <a:r>
              <a:rPr lang="fr-FR" sz="1450" b="1" i="0" dirty="0">
                <a:solidFill>
                  <a:srgbClr val="181D2B"/>
                </a:solidFill>
                <a:latin typeface="Helvetica Neue"/>
              </a:rPr>
              <a:t>Le test passe normalement, pas besoin de le vérifier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3EEE0"/>
                </a:solidFill>
                <a:latin typeface="Helvetica Neue"/>
              </a:rPr>
              <a:t>Deux pièges qu'on a vraiment eus en préparant cette conf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5256" y="21854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91440" cy="173736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Le QuarkusClassLoader fantôme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" y="42428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91440" cy="173736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9966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L'accent qui a cassé Gherkin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2312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« Fonctionnalite » sans accent ne veut RIEN dire pour un parseur Gherkin en français. Un é manquant, et Cucumber devient aussi utile qu'un GPS sans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FFD23F"/>
                </a:solidFill>
                <a:latin typeface="Helvetica Neue"/>
              </a:rPr>
              <a:t>Le seul avantage qu'on a eu sur vous : un rapport de couverture pour le prouver noir sur blanc.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25/28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18" name="Oval 17"/>
          <p:cNvSpPr/>
          <p:nvPr/>
        </p:nvSpPr>
        <p:spPr>
          <a:xfrm>
            <a:off x="946404" y="544525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 rot="21240000">
            <a:off x="891540" y="539038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45896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outil ne remplace pas la question qu'on ne s'est pas posée.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92531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Ni Jacoco, ni Sonar, ni celui d'après.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26/28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27/28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6596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D23F"/>
                </a:solidFill>
                <a:latin typeface="Helvetica Neue"/>
              </a:rPr>
              <a:t>Scanne-moi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96528" y="2258568"/>
            <a:ext cx="2432304" cy="243230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331720"/>
            <a:ext cx="2286000" cy="2286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2500</Words>
  <Application>Microsoft Macintosh PowerPoint</Application>
  <PresentationFormat>Grand écran</PresentationFormat>
  <Paragraphs>347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2</cp:revision>
  <dcterms:created xsi:type="dcterms:W3CDTF">2013-01-27T09:14:16Z</dcterms:created>
  <dcterms:modified xsi:type="dcterms:W3CDTF">2026-09-14T16:57:42Z</dcterms:modified>
  <cp:category/>
</cp:coreProperties>
</file>