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2"/>
  </p:normalViewPr>
  <p:slideViewPr>
    <p:cSldViewPr snapToGrid="0" snapToObjects="1">
      <p:cViewPr>
        <p:scale>
          <a:sx n="84" d="100"/>
          <a:sy n="84" d="100"/>
        </p:scale>
        <p:origin x="1832" y="8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sz="4600" b="1">
                <a:solidFill>
                  <a:srgbClr val="FFD23F"/>
                </a:solidFill>
                <a:latin typeface="Helvetica Neue"/>
              </a:rPr>
              <a:t>sans blabla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rapport, dans un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9937" y="2133226"/>
            <a:ext cx="11091672" cy="2115385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1105" y="2261241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0561" y="2261241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40017" y="2261241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976" y="2608713"/>
            <a:ext cx="10532327" cy="1322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E7ECF5"/>
                </a:solidFill>
                <a:latin typeface="Menlo"/>
              </a:rPr>
              <a:t>Scénario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: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d'un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qui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chevauche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un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existant</a:t>
            </a: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Étant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donné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que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Comité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depilotage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Quand je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"Revue de code"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Alors la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pour cause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d'horaire</a:t>
            </a:r>
            <a:endParaRPr sz="1400" b="0" i="0" dirty="0">
              <a:solidFill>
                <a:srgbClr val="E7ECF5"/>
              </a:solidFill>
              <a:latin typeface="Menl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1"/>
            <a:ext cx="9875520" cy="7799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181D2B"/>
                </a:solidFill>
                <a:latin typeface="Helvetica Neue"/>
              </a:rPr>
              <a:t>Vous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remarquerez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le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scénario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test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sait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qu'un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comité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pilotage</a:t>
            </a:r>
            <a:r>
              <a:rPr lang="fr-FR"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prend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toute la place dans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l'agenda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.</a:t>
            </a:r>
            <a:endParaRPr lang="fr-FR" sz="1400" b="0" i="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,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c'est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du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réalisme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2" name="Oval 21"/>
          <p:cNvSpPr/>
          <p:nvPr/>
        </p:nvSpPr>
        <p:spPr>
          <a:xfrm rot="21120000">
            <a:off x="5252870" y="1762162"/>
            <a:ext cx="1068669" cy="1037731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dirty="0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on arrête PowerPoint. direction le terminal, pour de vrai — fermez Slack pendant qu'on y est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14/29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15/29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 dirty="0">
                <a:solidFill>
                  <a:srgbClr val="181D2B"/>
                </a:solidFill>
                <a:latin typeface="Helvetica Neue"/>
              </a:rPr>
              <a:t>Pas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maquette</a:t>
            </a:r>
            <a:r>
              <a:rPr lang="fr-FR" sz="2600" b="1" i="0" dirty="0">
                <a:solidFill>
                  <a:srgbClr val="181D2B"/>
                </a:solidFill>
                <a:latin typeface="Helvetica Neue"/>
              </a:rPr>
              <a:t>..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. Le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20/29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 dirty="0">
                <a:solidFill>
                  <a:srgbClr val="0C111F"/>
                </a:solidFill>
                <a:latin typeface="Helvetica Neue"/>
              </a:rPr>
              <a:t>BONUS </a:t>
            </a:r>
            <a:r>
              <a:rPr lang="fr-FR" sz="1150" b="1" dirty="0">
                <a:solidFill>
                  <a:srgbClr val="0C111F"/>
                </a:solidFill>
                <a:latin typeface="Helvetica Neue"/>
              </a:rPr>
              <a:t>SONAR</a:t>
            </a:r>
            <a:endParaRPr sz="1150" b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21/29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22/29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Le stagiaire a dit que ça passait.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3EEE0"/>
                </a:solidFill>
                <a:latin typeface="Helvetica Neue"/>
              </a:rPr>
              <a:t>Deux pièges qu'on a vraiment eus en préparant cette conf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5256" y="21854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91440" cy="173736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Le QuarkusClassLoader fantôme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Deux exécutions Surefire, deux agents Jacoco... et pourtant tout à 0 %. Coupable : l'extension quarkus-jacoco mesure le code CDI toute seule, dans son coin, sans prévenir personne.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" y="42428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4160520"/>
            <a:ext cx="91440" cy="173736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L'accent qui a cassé Gherkin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23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« Fonctionnalite » sans accent ne veut RIEN dire pour un parseur Gherkin en français. Un é manquant, et Cucumber devient aussi utile qu'un GPS sans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FFD23F"/>
                </a:solidFill>
                <a:latin typeface="Helvetica Neue"/>
              </a:rPr>
              <a:t>Le seul avantage qu'on a eu sur vous : un rapport de couverture pour le prouver noir sur blanc.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26/29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18" name="Oval 17"/>
          <p:cNvSpPr/>
          <p:nvPr/>
        </p:nvSpPr>
        <p:spPr>
          <a:xfrm>
            <a:off x="946404" y="544525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 rot="21240000">
            <a:off x="891540" y="539038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45896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outil ne remplace pas la question qu'on ne s'est pas posée.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92531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Ni Jacoco, ni Sonar, ni celui d'après.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19659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D23F"/>
                </a:solidFill>
                <a:latin typeface="Helvetica Neue"/>
              </a:rPr>
              <a:t>Scanne-moi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258568"/>
            <a:ext cx="1472184" cy="147218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qr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331720"/>
            <a:ext cx="1325880" cy="1325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369296" y="2258568"/>
            <a:ext cx="1472184" cy="147218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2331720"/>
            <a:ext cx="1325880" cy="1325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41080" y="3840480"/>
            <a:ext cx="1472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AA1B5"/>
                </a:solidFill>
                <a:latin typeface="Helvetica Neue"/>
              </a:rPr>
              <a:t>GitHub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9296" y="3840480"/>
            <a:ext cx="1472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AA1B5"/>
                </a:solidFill>
                <a:latin typeface="Helvetica Neue"/>
              </a:rPr>
              <a:t>LinkedIn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4300</TotalTime>
  <Words>2630</Words>
  <Application>Microsoft Macintosh PowerPoint</Application>
  <PresentationFormat>Grand écran</PresentationFormat>
  <Paragraphs>366</Paragraphs>
  <Slides>29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3</cp:revision>
  <dcterms:created xsi:type="dcterms:W3CDTF">2013-01-27T09:14:16Z</dcterms:created>
  <dcterms:modified xsi:type="dcterms:W3CDTF">2026-10-11T17:11:16Z</dcterms:modified>
  <cp:category/>
</cp:coreProperties>
</file>