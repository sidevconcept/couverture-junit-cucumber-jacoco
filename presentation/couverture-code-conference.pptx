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85248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77856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70464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63072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0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85248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77856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70464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863072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0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0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85248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77856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70464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63072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55680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92640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85248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277856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70464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63072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55680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0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85248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77856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70464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863072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55680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" y="2331720"/>
            <a:ext cx="82296" cy="155448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1965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CONFÉRENCE TECHNIQUE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2377440"/>
            <a:ext cx="9601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EFECE3"/>
                </a:solidFill>
                <a:latin typeface="Calibri"/>
              </a:rPr>
              <a:t>La couverture de code,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EFECE3"/>
                </a:solidFill>
                <a:latin typeface="Calibri"/>
              </a:rPr>
              <a:t>sans blabla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C79A52"/>
                </a:solidFill>
                <a:latin typeface="Calibri"/>
              </a:rPr>
              <a:t>Quarkus  ·  JUnit  ·  Cucumber  ·  Jacoco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Ton nom — Date de la conférence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62844"/>
                </a:solidFill>
                <a:latin typeface="Calibri"/>
              </a:rPr>
              <a:t>On a des tests. On n'a pas de visibilité.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10128" cy="82296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65176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5C8C86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33756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On écrit des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JUnit, Cucumber : les suites tournent au vert à chaque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331720"/>
            <a:ext cx="3310128" cy="82296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265176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33756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On ne sait pas ce qu'ils couvrent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Quelles classes ? Quelles branches ? Personne ne regarde vraiment.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80" y="2331720"/>
            <a:ext cx="3310128" cy="82296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65176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BF6F5D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33756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Les angles morts restent invisibles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Jusqu'au bug en prod, dans le code qu'aucun test n'a jamais exécuté.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02 /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Quatre outils, quatre questions différentes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" cy="214884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7568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JUnit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5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Tests unitaires ciblés, rapides, isolés.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7451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874519"/>
            <a:ext cx="82296" cy="214884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7568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Cucumber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5175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Scénarios Gherkin lisibles, exécutés via l'API REST.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5195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251959"/>
            <a:ext cx="82296" cy="2148840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45312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Quarkus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02919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Le framework qui démarre l'appli et pilote les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25195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4251959"/>
            <a:ext cx="82296" cy="214884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45312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Jacoco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502919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L'instrument de mesure de la couverture, à chaque build.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03 /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EFECE3"/>
                </a:solidFill>
                <a:latin typeface="Calibri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génère des récurrences, et glisse une citation du jour.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3840480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3840480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5059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CalendarResource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3464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Couche REST — JSON in/out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3246120"/>
            <a:ext cx="36576" cy="320040"/>
          </a:xfrm>
          <a:prstGeom prst="rect">
            <a:avLst/>
          </a:prstGeom>
          <a:solidFill>
            <a:srgbClr val="8B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611880"/>
            <a:ext cx="2395728" cy="6400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EventService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création + recherche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6704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6704" y="3611880"/>
            <a:ext cx="2395728" cy="64008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RecurrenceService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quotidien / hebdo / mensuel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70448" y="3611880"/>
            <a:ext cx="2395728" cy="64008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71616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HolidayService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1616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jours fériés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4192" y="3611880"/>
            <a:ext cx="23957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QuoteOfTheDayService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citation du jour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65960" y="4572000"/>
            <a:ext cx="36576" cy="320040"/>
          </a:xfrm>
          <a:prstGeom prst="rect">
            <a:avLst/>
          </a:prstGeom>
          <a:solidFill>
            <a:srgbClr val="8B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892040"/>
            <a:ext cx="3840480" cy="82296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892040"/>
            <a:ext cx="3840480" cy="6400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505663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ConflictDetector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44068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logique pure — aucune dépendance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4937760"/>
            <a:ext cx="5577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8B93A1"/>
                </a:solidFill>
                <a:latin typeface="Calibri"/>
              </a:rPr>
              <a:t>Aucune base de données : le sujet du jour, c'est la couverture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8B93A1"/>
                </a:solidFill>
                <a:latin typeface="Calibri"/>
              </a:rPr>
              <a:t>de tests — pas la persistance.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04 / 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Viser juste, vite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28803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48840"/>
            <a:ext cx="9966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séparation nette, réflexivité. Une classe pure, sans Quarkus, testée en quelques 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05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C8C86"/>
                </a:solidFill>
                <a:latin typeface="Calibri"/>
              </a:rPr>
              <a:t>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Le scénario que tout le monde comprend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324612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03120"/>
            <a:ext cx="9966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Scénario: Refus d'un événement qui chevauche un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        événement existant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Étant donné que j'ai déjà l'événement "Comité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pilotage" de "14:00" à "15:00" le "2026-09-15"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Quand je crée l'événement "Revue de code"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"14:30" à "15:30" le "2026-09-15"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Alors la création est refusée pour cause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conflit d'horaire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Ce même texte sert de spécification fonctionnelle et de test d'intégration,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exécuté en vrai contre l'API REST via RestAssured.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06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447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B93A1"/>
                </a:solidFill>
                <a:latin typeface="Calibri"/>
              </a:rPr>
              <a:t>Mesure réelle, extraite du build — couverture de lignes par classe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3911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RecurrenceRequest (DTO)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2011680"/>
            <a:ext cx="7406640" cy="310896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0" y="2011680"/>
            <a:ext cx="148132" cy="310896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0" y="2029968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CalendarResource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487168"/>
            <a:ext cx="7406640" cy="310896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2487168"/>
            <a:ext cx="4295851" cy="310896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0" y="2505456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62844"/>
                </a:solidFill>
                <a:latin typeface="Calibri"/>
              </a:rPr>
              <a:t>58%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99008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Event (modèle)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962656"/>
            <a:ext cx="7406640" cy="310896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91840" y="2962656"/>
            <a:ext cx="4962448" cy="310896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0" y="2980944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62844"/>
                </a:solidFill>
                <a:latin typeface="Calibri"/>
              </a:rPr>
              <a:t>67%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465576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RecurrenceService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3438144"/>
            <a:ext cx="7406640" cy="310896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91840" y="3438144"/>
            <a:ext cx="5777179" cy="310896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0" y="3456432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62844"/>
                </a:solidFill>
                <a:latin typeface="Calibri"/>
              </a:rPr>
              <a:t>78%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941064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EventService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3913632"/>
            <a:ext cx="7406640" cy="310896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91840" y="3913632"/>
            <a:ext cx="6517843" cy="310896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0" y="393192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62844"/>
                </a:solidFill>
                <a:latin typeface="Calibri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41655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HolidayService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0" y="4389120"/>
            <a:ext cx="7406640" cy="310896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91840" y="4389120"/>
            <a:ext cx="6888175" cy="310896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0" y="4407408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62844"/>
                </a:solidFill>
                <a:latin typeface="Calibri"/>
              </a:rPr>
              <a:t>93%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89204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QuoteOfTheDayService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0" y="4864608"/>
            <a:ext cx="7406640" cy="310896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91840" y="4864608"/>
            <a:ext cx="7406640" cy="310896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0" y="4882896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62844"/>
                </a:solidFill>
                <a:latin typeface="Calibri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07 / 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Trois commandes, un radar complet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685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0848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5420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Build + JUnit + Cucumber + rapport Jacoco généré automatiquement.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832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685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4564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9136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Le récap coloré, classe par classe, directement dans le terminal.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7548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54880"/>
            <a:ext cx="685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8280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2852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Le détail ligne par ligne, pour creuser une classe en particulier.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08 /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EFECE3"/>
                </a:solidFill>
                <a:latin typeface="Calibri"/>
              </a:rPr>
              <a:t>Ce qu'il faut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C79A52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148840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Un test vert ne dit pas ce qu'il a vérifié.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63347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B93A1"/>
                </a:solidFill>
                <a:latin typeface="Calibri"/>
              </a:rPr>
              <a:t>La couverture, 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C79A52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474720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JUnit et Cucumber répondent à deux questions différentes.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95935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B93A1"/>
                </a:solidFill>
                <a:latin typeface="Calibri"/>
              </a:rPr>
              <a:t>« Ça marche ? » contre « c'est le bon comportement ?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C79A52"/>
                </a:solidFill>
                <a:latin typeface="Calibri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800600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Le rapport de couverture n'est pas un objectif.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28523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B93A1"/>
                </a:solidFill>
                <a:latin typeface="Calibri"/>
              </a:rPr>
              <a:t>C'est un radar : il montre où regarder en premier.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09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2688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25296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517904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810512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03120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2688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25296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517904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0512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03120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237744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200" b="1" i="0">
                <a:solidFill>
                  <a:srgbClr val="EFECE3"/>
                </a:solidFill>
                <a:latin typeface="Calibri"/>
              </a:rPr>
              <a:t>Merci.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342900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C79A52"/>
                </a:solidFill>
                <a:latin typeface="Calibri"/>
              </a:rPr>
              <a:t>Questions 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9893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github.com/&lt;ton-repo&gt;  —  &lt;ton-email&gt;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