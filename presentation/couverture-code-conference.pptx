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85248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7856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70464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63072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5248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77856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0464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63072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85248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77856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70464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63072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9264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85248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77856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0464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63072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68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85248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77856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70464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63072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5568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331720"/>
            <a:ext cx="82296" cy="155448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1965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CONFÉRENCE TECHNIQUE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237744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La couverture de code,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sans blabla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C79A52"/>
                </a:solidFill>
                <a:latin typeface="Calibri"/>
              </a:rPr>
              <a:t>Quarkus  ·  JUnit  ·  Cucumber  ·  Jacoco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Ton nom — Date de la conférence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On a des tests. On n'a pas de visibilité.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C8C86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écrit des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JUnit, Cucumber : les suites tournent au vert à chaque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ne sait pas ce qu'ils couvrent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Quelles classes ? Quelles branches ? Personne ne regarde vraiment.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Les angles morts restent invisibles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Jusqu'au bug en prod, dans le code qu'aucun test n'a jamais exécuté.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02 / 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Quatre outils, quatre questions différentes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" cy="214884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Tests unitaires ciblés, rapides, isolés.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874519"/>
            <a:ext cx="82296" cy="214884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Scénarios Gherkin lisibles, exécutés via l'API REST.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251959"/>
            <a:ext cx="82296" cy="2148840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Quarkus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Le framework qui démarre l'appli et pilote les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4251959"/>
            <a:ext cx="82296" cy="214884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Jacoco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L'instrument de mesure de la couverture, à chaque build.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03 /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génère des récurrences, et glisse une citation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840480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840480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CalendarResource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Couche REST — JSON in/out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324612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611880"/>
            <a:ext cx="2395728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EventService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création + 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6704" y="3611880"/>
            <a:ext cx="2395728" cy="64008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RecurrenceService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quotidien / hebdo / mensuel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70448" y="3611880"/>
            <a:ext cx="2395728" cy="64008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1616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HolidayService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jours fériés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3611880"/>
            <a:ext cx="23957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QuoteOfTheDayService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citation du jour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57200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892040"/>
            <a:ext cx="3840480" cy="8229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892040"/>
            <a:ext cx="3840480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505663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ConflictDetector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4068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logique pure — aucune dépendance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93776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Aucune base de données : le sujet du jour, c'est la couverture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de tests — pas la persistance.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04 / 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Viser juste,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2880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séparation nette, réflexivité. Une classe pure, sans Quarkus, testée en quelques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05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scénario que tout le monde comprend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324612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9966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Scénario: Refus d'un événement qui chevauche un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        événement existant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Étant donné que j'ai déjà l'événement "Comité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pilotage" de "14:00" à "15:00"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Quand je crée l'événement "Revue de code"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"14:30" à "15:30"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Alors la création est refusée pour cause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conflit d'horaire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Ce même texte sert de spécification fonctionnelle et de test d'intégration,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exécuté en vrai contre l'API REST via RestAssured.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06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447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Mesure réelle, extraite du build — couverture de lignes, JUnit contre Cucumber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292608" cy="164592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7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JUnit (unitaire)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74519"/>
            <a:ext cx="292608" cy="164592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4708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Cucumber (intégration)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4144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CalendarResource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3317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23134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58775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587752"/>
            <a:ext cx="424281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0" y="25694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HolidayService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9535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2953512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293522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954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9544"/>
            <a:ext cx="680313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0" y="319125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93%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850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57530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3575304"/>
            <a:ext cx="570585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35570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83133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3831336"/>
            <a:ext cx="292608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0" y="38130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ConflictDetector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0" y="417880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445312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80" y="4453128"/>
            <a:ext cx="5486400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0" y="4434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928616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EventService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81888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4818888"/>
            <a:ext cx="643737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0" y="48006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50749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83280" y="5074920"/>
            <a:ext cx="643737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89920" y="5056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55040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RecurrenceRequest (DTO)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544068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544068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6967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696712"/>
            <a:ext cx="73152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0" y="567842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0533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JUnit couvre la logique métier ; Cucumber couvre la couche REST — presque aucun recouvrement.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07 / 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Trois commandes, un radar complet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848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42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Build + JUnit + Cucumber + 3 rapports Jacoco générés automatiquement.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4564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récap coloré JUnit / Cucumber / global, côte à côte, dans le terminal.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828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2852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08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FECE3"/>
                </a:solidFill>
                <a:latin typeface="Calibri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Les deux mêmes rapports Jacoco XML, importés tels quels dans SonarQube.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77,7 %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3310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couverture globale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542032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82 %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246120"/>
            <a:ext cx="3310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2286000"/>
            <a:ext cx="3310128" cy="155448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2286000"/>
            <a:ext cx="33101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542032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C79A52"/>
                </a:solidFill>
                <a:latin typeface="Calibri"/>
              </a:rPr>
              <a:t>65 %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3246120"/>
            <a:ext cx="33101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Mesure réelle, obtenue en lançant l'analyse sur ce projet — pas une maquette.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10515600" cy="10515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docker compose -f sonarqube/docker-compose.yml up -d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./mvnw test sonar:sonar -Dsonar.token=&lt;ton_token&gt;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8B93A1"/>
                </a:solidFill>
                <a:latin typeface="Calibri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09 /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Ce qu'il faut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4884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Un test vert ne dit pas ce qu'il a vérifié.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La couverture, 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47472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JUnit et Cucumber répondent à deux questions différentes.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95935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« Ça marche ? » contre « c'est le bon comportement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80060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Le rapport de couverture n'est pas un objectif.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28523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C'est un radar : il montre où regarder en premier.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10 /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2688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25296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17904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10512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0312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25296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17904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0312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37744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EFECE3"/>
                </a:solidFill>
                <a:latin typeface="Calibri"/>
              </a:rPr>
              <a:t>Merci.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42900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C79A52"/>
                </a:solidFill>
                <a:latin typeface="Calibri"/>
              </a:rPr>
              <a:t>Questions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9893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github.com/&lt;ton-repo&gt;  —  &lt;ton-email&gt;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